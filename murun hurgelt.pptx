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94283-F6F8-C4BF-3FE0-F1A71E4CCDD6}" v="2" dt="2026-03-26T09:39:50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7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8D30-D470-67BA-567D-59CAC9DC5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CF3A3-B8AE-E6AC-AE85-C823194B1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16E61-0022-3CAB-D1A1-BDD39D45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01FA5-7C28-E6F8-434D-F33B1952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3576-D486-E7AB-8DDB-3DA807B9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9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D64F-C7AB-DBCF-B8C8-3C0264B1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1158B-CB21-0C01-8D13-519325C3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AF709-1094-018F-6343-11D1926F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33772-0EB9-71DB-A5FA-3048C688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8156C-120F-0547-FB37-FC012EA3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1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C50E-3E5D-0A18-8859-AF99D1C2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55873-99A7-F052-AE28-86124498C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9622-A93A-E95A-AD72-68F1DFF9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E8D9E-8D54-CC10-DFE1-4462BDEA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BF6A1-9A55-F3BE-57E6-C8BF342E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91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A3B-BB5A-84B4-1C70-E00E517E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16EB-0C67-F983-059E-C6E64B9A9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F25A9-8678-9F57-5100-1B8745CEA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19476-F13A-EE1B-0D1D-F2D42802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BA163-BDDE-AC98-FAA5-426ABD50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821B1-6754-6C25-9CA6-B861EE08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1296-B046-AE0D-B0D0-9C6F7303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E8F8F-ED3B-D4E7-50C8-603C6495D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BFC79-59A9-DF64-1194-F4CC7E9F8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E63A6-F04F-A610-62B1-43E672E7B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2F172-6752-2B0E-8E91-B5C3EDF22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B8D6DB-76C4-2EA8-7130-5B553BDD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BF287-C289-0D11-799D-AB7CF1AC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20259-9332-8DC9-A507-6BDEB0DC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6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B0B8-EDA3-E96C-D1D1-04562086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64B15-EA96-DEA1-180C-48FEBAD6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71E55-2DAD-BF1B-D389-190BB951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D942E-9D54-E0F5-E789-01C6C294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A80CC-90C9-0744-F08E-B8EA6594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3F687-A6DB-BC54-C53B-13399AD6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F9D3C-8E48-C976-6A58-AAB6F52F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0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1D40-3252-7E34-E52C-B15A431D7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D2D5-170D-328D-5C05-70171D3F1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EE041-59DC-167D-7A2F-38550BF6C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2477A-4AD3-0895-D875-F791F49A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F5280-3A43-EAEE-FDC5-6BFDADF1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EA951-0E55-376F-54A3-B6BEBC87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1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7A2B-A15C-CD63-D0C3-1568AD93D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14E9E-A5EA-8CCD-8520-B23C9EDBF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B3A41-565C-171C-C32E-E2AF49567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FDE9C-4CCB-211E-25F0-3485420D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A49A0-0539-DD90-4B4D-D7E45EF3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D7C9-32BF-B78D-3C04-FEF57DAF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663-8DAC-1167-4793-5128F49E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EE4D6-B7F0-C1C7-AF26-386DBAF74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0A199-BE9A-6FE5-5FD7-0FBDA611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8B753-41D5-0DCC-F831-AF862FCB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20458-C7B0-98E9-867A-98FAC88D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75C23-A652-63C3-3F1B-3283D03F8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4E0C2-E5C2-B616-3D79-DD18ECCB1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675EA-085E-6513-AC19-93C08E9E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8E1BC-0261-BEB8-9909-31F55F5E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DDEF-7039-4D80-DDCE-7976DD7A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729AB-A6EC-91B7-9071-CA11DCCC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7D776-8F92-BCFF-D5A4-B41427B4E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345A3-732D-DA49-025C-0E9883CB2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D207E-18DD-D041-B78C-789C614A58B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21252-B355-4ABA-BCC6-321FCAE54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79B0E-657F-D03D-9D85-A76D8DD9E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F8242-3DC9-0D41-98D3-03A390306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1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218" y="8781256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683947" y="-7613633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139236" y="-8808223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2722365" y="-1952030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10436" y="-2707581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C955071-A0E0-4A5C-BE67-222C6B597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393" y="4771799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E6D71DC-2480-4DA1-BEA2-A093333D9FB6}"/>
              </a:ext>
            </a:extLst>
          </p:cNvPr>
          <p:cNvSpPr txBox="1">
            <a:spLocks/>
          </p:cNvSpPr>
          <p:nvPr/>
        </p:nvSpPr>
        <p:spPr>
          <a:xfrm>
            <a:off x="1524000" y="120332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Murun hurgelt</a:t>
            </a:r>
          </a:p>
        </p:txBody>
      </p:sp>
    </p:spTree>
    <p:extLst>
      <p:ext uri="{BB962C8B-B14F-4D97-AF65-F5344CB8AC3E}">
        <p14:creationId xmlns:p14="http://schemas.microsoft.com/office/powerpoint/2010/main" val="4001625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ED8D085-9B8F-4FCE-AE36-91153B35B238}"/>
              </a:ext>
            </a:extLst>
          </p:cNvPr>
          <p:cNvSpPr txBox="1">
            <a:spLocks/>
          </p:cNvSpPr>
          <p:nvPr/>
        </p:nvSpPr>
        <p:spPr>
          <a:xfrm>
            <a:off x="1524000" y="109809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Murun hurgelt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218" y="8781256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450183" y="4353122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94018" y="2938560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2722365" y="3641230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36634" y="340419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309813" y="7413171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7921457" y="7090571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4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CA3C156-E2B7-4BB8-97B1-100193CA018C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6486" y="-368239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6486" y="3902285"/>
            <a:ext cx="9144000" cy="1655762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murun</a:t>
            </a:r>
            <a:r>
              <a:rPr lang="en-US" dirty="0"/>
              <a:t> </a:t>
            </a:r>
            <a:r>
              <a:rPr lang="en-US" dirty="0" err="1"/>
              <a:t>hurgelt</a:t>
            </a:r>
            <a:endParaRPr lang="en-US" dirty="0"/>
          </a:p>
          <a:p>
            <a:r>
              <a:rPr lang="en-US" dirty="0" err="1"/>
              <a:t>Murun</a:t>
            </a:r>
            <a:r>
              <a:rPr lang="en-US" dirty="0"/>
              <a:t> </a:t>
            </a:r>
            <a:r>
              <a:rPr lang="en-US" dirty="0" err="1"/>
              <a:t>hurgekt</a:t>
            </a:r>
            <a:r>
              <a:rPr lang="en-US" dirty="0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343027" y="0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94018" y="1122363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2785970" y="3080345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465218" y="-1352351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309813" y="6103483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7958628" y="4251139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1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594043" y="-3845691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18410" y="-3617335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89610" y="-2894580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416969" y="-1269231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8172940" y="-3157204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7BAE7C-2325-9357-7B5D-765B932573E5}"/>
              </a:ext>
            </a:extLst>
          </p:cNvPr>
          <p:cNvSpPr/>
          <p:nvPr/>
        </p:nvSpPr>
        <p:spPr>
          <a:xfrm>
            <a:off x="0" y="6945666"/>
            <a:ext cx="2826488" cy="280084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FE1DF7-91D4-AC59-F4EE-13953CB055C8}"/>
              </a:ext>
            </a:extLst>
          </p:cNvPr>
          <p:cNvSpPr/>
          <p:nvPr/>
        </p:nvSpPr>
        <p:spPr>
          <a:xfrm>
            <a:off x="3737621" y="7227118"/>
            <a:ext cx="1047306" cy="10217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70900-4BEA-DDB7-23AA-6A0F28158728}"/>
              </a:ext>
            </a:extLst>
          </p:cNvPr>
          <p:cNvSpPr/>
          <p:nvPr/>
        </p:nvSpPr>
        <p:spPr>
          <a:xfrm>
            <a:off x="5063925" y="8346088"/>
            <a:ext cx="1828800" cy="1828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9548229" y="7227118"/>
            <a:ext cx="1828800" cy="1828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0276B1-516E-98D3-DD6B-C66248BEA1FC}"/>
              </a:ext>
            </a:extLst>
          </p:cNvPr>
          <p:cNvSpPr/>
          <p:nvPr/>
        </p:nvSpPr>
        <p:spPr>
          <a:xfrm>
            <a:off x="7589790" y="7347929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2B3E8DA-BD89-7ABD-2B47-74D92EED9D83}"/>
              </a:ext>
            </a:extLst>
          </p:cNvPr>
          <p:cNvSpPr txBox="1">
            <a:spLocks/>
          </p:cNvSpPr>
          <p:nvPr/>
        </p:nvSpPr>
        <p:spPr>
          <a:xfrm>
            <a:off x="1912736" y="650122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pic>
        <p:nvPicPr>
          <p:cNvPr id="23" name="Picture 2" descr="Soft White Aesthetic Background Wallpaper for Calm Vibes (32) - Photo  #124532 - Pixaii.com">
            <a:extLst>
              <a:ext uri="{FF2B5EF4-FFF2-40B4-BE49-F238E27FC236}">
                <a16:creationId xmlns:a16="http://schemas.microsoft.com/office/drawing/2014/main" id="{011B2198-A93A-419E-BE31-73FD79546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55" t="24916" r="13769" b="36006"/>
          <a:stretch/>
        </p:blipFill>
        <p:spPr bwMode="auto">
          <a:xfrm>
            <a:off x="1722236" y="-2848785"/>
            <a:ext cx="8629000" cy="2680018"/>
          </a:xfrm>
          <a:prstGeom prst="roundRect">
            <a:avLst>
              <a:gd name="adj" fmla="val 28385"/>
            </a:avLst>
          </a:prstGeom>
          <a:noFill/>
          <a:effectLst>
            <a:outerShdw blurRad="50800" dist="38100" dir="8880000" sx="101000" sy="101000" algn="ctr" rotWithShape="0">
              <a:srgbClr val="000000">
                <a:alpha val="53000"/>
              </a:srgbClr>
            </a:outerShdw>
            <a:reflection blurRad="152400" stA="98000" endPos="6000" dist="228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350E3E0B-77C8-4CF4-857D-5D6F518C16B8}"/>
              </a:ext>
            </a:extLst>
          </p:cNvPr>
          <p:cNvSpPr txBox="1">
            <a:spLocks/>
          </p:cNvSpPr>
          <p:nvPr/>
        </p:nvSpPr>
        <p:spPr>
          <a:xfrm>
            <a:off x="1362018" y="-346285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Murun hurgelt</a:t>
            </a:r>
          </a:p>
        </p:txBody>
      </p:sp>
    </p:spTree>
    <p:extLst>
      <p:ext uri="{BB962C8B-B14F-4D97-AF65-F5344CB8AC3E}">
        <p14:creationId xmlns:p14="http://schemas.microsoft.com/office/powerpoint/2010/main" val="1389052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594043" y="-3845691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18410" y="-3617335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89610" y="-2894580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416969" y="-1269231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8172940" y="-3157204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7BAE7C-2325-9357-7B5D-765B932573E5}"/>
              </a:ext>
            </a:extLst>
          </p:cNvPr>
          <p:cNvSpPr/>
          <p:nvPr/>
        </p:nvSpPr>
        <p:spPr>
          <a:xfrm>
            <a:off x="0" y="895494"/>
            <a:ext cx="2826488" cy="280084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FE1DF7-91D4-AC59-F4EE-13953CB055C8}"/>
              </a:ext>
            </a:extLst>
          </p:cNvPr>
          <p:cNvSpPr/>
          <p:nvPr/>
        </p:nvSpPr>
        <p:spPr>
          <a:xfrm>
            <a:off x="3873609" y="4488680"/>
            <a:ext cx="1047306" cy="10217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70900-4BEA-DDB7-23AA-6A0F28158728}"/>
              </a:ext>
            </a:extLst>
          </p:cNvPr>
          <p:cNvSpPr/>
          <p:nvPr/>
        </p:nvSpPr>
        <p:spPr>
          <a:xfrm>
            <a:off x="5181600" y="467117"/>
            <a:ext cx="1828800" cy="1828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9548229" y="4488680"/>
            <a:ext cx="1828800" cy="1828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0276B1-516E-98D3-DD6B-C66248BEA1FC}"/>
              </a:ext>
            </a:extLst>
          </p:cNvPr>
          <p:cNvSpPr/>
          <p:nvPr/>
        </p:nvSpPr>
        <p:spPr>
          <a:xfrm>
            <a:off x="7839066" y="1506140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318629" y="16908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594043" y="-3845691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18410" y="-3617335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89610" y="-2894580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416969" y="-1269231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8172940" y="-3157204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7BAE7C-2325-9357-7B5D-765B932573E5}"/>
              </a:ext>
            </a:extLst>
          </p:cNvPr>
          <p:cNvSpPr/>
          <p:nvPr/>
        </p:nvSpPr>
        <p:spPr>
          <a:xfrm>
            <a:off x="-5579288" y="-4026001"/>
            <a:ext cx="4830097" cy="413124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FE1DF7-91D4-AC59-F4EE-13953CB055C8}"/>
              </a:ext>
            </a:extLst>
          </p:cNvPr>
          <p:cNvSpPr/>
          <p:nvPr/>
        </p:nvSpPr>
        <p:spPr>
          <a:xfrm>
            <a:off x="1413244" y="4677464"/>
            <a:ext cx="2710547" cy="27622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70900-4BEA-DDB7-23AA-6A0F28158728}"/>
              </a:ext>
            </a:extLst>
          </p:cNvPr>
          <p:cNvSpPr/>
          <p:nvPr/>
        </p:nvSpPr>
        <p:spPr>
          <a:xfrm>
            <a:off x="5101862" y="-1361888"/>
            <a:ext cx="3593813" cy="357763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0276B1-516E-98D3-DD6B-C66248BEA1FC}"/>
              </a:ext>
            </a:extLst>
          </p:cNvPr>
          <p:cNvSpPr/>
          <p:nvPr/>
        </p:nvSpPr>
        <p:spPr>
          <a:xfrm>
            <a:off x="9915397" y="-85631"/>
            <a:ext cx="3170045" cy="30539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2661632" y="2678997"/>
            <a:ext cx="649413" cy="7274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14800" y="5136041"/>
            <a:ext cx="914400" cy="92253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6D32147-CA67-E398-5F82-42C35FF8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14" t="16301" r="23963" b="17009"/>
          <a:stretch>
            <a:fillRect/>
          </a:stretch>
        </p:blipFill>
        <p:spPr>
          <a:xfrm>
            <a:off x="4063455" y="2347506"/>
            <a:ext cx="1828800" cy="22409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959C28-940D-A5DE-5C7B-1E7CD03F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0035"/>
            <a:ext cx="3515436" cy="19729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FF192B-E904-331E-F3AB-5958FD150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628" y="4882557"/>
            <a:ext cx="1300501" cy="13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5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AD1-6577-61E9-7A7A-26FD42BC754B}"/>
              </a:ext>
            </a:extLst>
          </p:cNvPr>
          <p:cNvSpPr/>
          <p:nvPr/>
        </p:nvSpPr>
        <p:spPr>
          <a:xfrm>
            <a:off x="-1594043" y="-3845691"/>
            <a:ext cx="3759996" cy="373102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2D3F7-98F5-2117-11DD-0DEED8995F17}"/>
              </a:ext>
            </a:extLst>
          </p:cNvPr>
          <p:cNvSpPr/>
          <p:nvPr/>
        </p:nvSpPr>
        <p:spPr>
          <a:xfrm>
            <a:off x="9218410" y="-3617335"/>
            <a:ext cx="2747963" cy="278030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7B2E9-7B24-D8B3-222E-E9D9CA753F69}"/>
              </a:ext>
            </a:extLst>
          </p:cNvPr>
          <p:cNvSpPr/>
          <p:nvPr/>
        </p:nvSpPr>
        <p:spPr>
          <a:xfrm>
            <a:off x="7389610" y="-2894580"/>
            <a:ext cx="1828800" cy="1828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CCA80-161E-DCCF-D1F5-31D02FBB54FF}"/>
              </a:ext>
            </a:extLst>
          </p:cNvPr>
          <p:cNvSpPr/>
          <p:nvPr/>
        </p:nvSpPr>
        <p:spPr>
          <a:xfrm flipV="1">
            <a:off x="2416969" y="-1269231"/>
            <a:ext cx="1138740" cy="11836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88E774-E5D2-C15B-FEC8-06397D035CD0}"/>
              </a:ext>
            </a:extLst>
          </p:cNvPr>
          <p:cNvSpPr/>
          <p:nvPr/>
        </p:nvSpPr>
        <p:spPr>
          <a:xfrm>
            <a:off x="8172940" y="-3157204"/>
            <a:ext cx="1475476" cy="13938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7BAE7C-2325-9357-7B5D-765B932573E5}"/>
              </a:ext>
            </a:extLst>
          </p:cNvPr>
          <p:cNvSpPr/>
          <p:nvPr/>
        </p:nvSpPr>
        <p:spPr>
          <a:xfrm>
            <a:off x="-5579288" y="-4026001"/>
            <a:ext cx="4830097" cy="413124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FE1DF7-91D4-AC59-F4EE-13953CB055C8}"/>
              </a:ext>
            </a:extLst>
          </p:cNvPr>
          <p:cNvSpPr/>
          <p:nvPr/>
        </p:nvSpPr>
        <p:spPr>
          <a:xfrm>
            <a:off x="-1141053" y="7558777"/>
            <a:ext cx="2710547" cy="27622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70900-4BEA-DDB7-23AA-6A0F28158728}"/>
              </a:ext>
            </a:extLst>
          </p:cNvPr>
          <p:cNvSpPr/>
          <p:nvPr/>
        </p:nvSpPr>
        <p:spPr>
          <a:xfrm>
            <a:off x="4938646" y="-4249080"/>
            <a:ext cx="3593813" cy="357763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0276B1-516E-98D3-DD6B-C66248BEA1FC}"/>
              </a:ext>
            </a:extLst>
          </p:cNvPr>
          <p:cNvSpPr/>
          <p:nvPr/>
        </p:nvSpPr>
        <p:spPr>
          <a:xfrm>
            <a:off x="13480857" y="-2548749"/>
            <a:ext cx="3170045" cy="30539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162810" y="-677431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14800" y="5136040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6D32147-CA67-E398-5F82-42C35FF8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47" t="16301" r="18732" b="14361"/>
          <a:stretch>
            <a:fillRect/>
          </a:stretch>
        </p:blipFill>
        <p:spPr>
          <a:xfrm>
            <a:off x="-3708382" y="6609932"/>
            <a:ext cx="2114339" cy="23299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959C28-940D-A5DE-5C7B-1E7CD03F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4448" y="-3213656"/>
            <a:ext cx="3515436" cy="19729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FF192B-E904-331E-F3AB-5958FD150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777672" flipV="1">
            <a:off x="3894154" y="8780786"/>
            <a:ext cx="1421407" cy="14214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440817" y="4544240"/>
            <a:ext cx="1138740" cy="11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846561" y="591740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460" r="13570"/>
          <a:stretch>
            <a:fillRect/>
          </a:stretch>
        </p:blipFill>
        <p:spPr>
          <a:xfrm>
            <a:off x="3512344" y="2813638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8850" y="180845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594" r="24063"/>
          <a:stretch>
            <a:fillRect/>
          </a:stretch>
        </p:blipFill>
        <p:spPr>
          <a:xfrm>
            <a:off x="6735552" y="2813638"/>
            <a:ext cx="2408638" cy="249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74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12412385" y="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12412385" y="0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3882170" y="45550"/>
            <a:ext cx="5059339" cy="1096977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139E68C-5C35-423B-BA91-D81B97EB61DA}"/>
              </a:ext>
            </a:extLst>
          </p:cNvPr>
          <p:cNvSpPr/>
          <p:nvPr/>
        </p:nvSpPr>
        <p:spPr>
          <a:xfrm>
            <a:off x="1030322" y="495016"/>
            <a:ext cx="1833616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CF92F7-0771-4452-8FC6-3AF0B31A13B8}"/>
              </a:ext>
            </a:extLst>
          </p:cNvPr>
          <p:cNvSpPr/>
          <p:nvPr/>
        </p:nvSpPr>
        <p:spPr>
          <a:xfrm>
            <a:off x="2265528" y="4217158"/>
            <a:ext cx="454248" cy="4776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82AA8A-AFB3-4249-8AE8-F915DCDB6642}"/>
              </a:ext>
            </a:extLst>
          </p:cNvPr>
          <p:cNvSpPr/>
          <p:nvPr/>
        </p:nvSpPr>
        <p:spPr>
          <a:xfrm>
            <a:off x="509001" y="4708477"/>
            <a:ext cx="1637731" cy="166502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151B3E-2E21-4B62-9C75-7D63A08EC223}"/>
              </a:ext>
            </a:extLst>
          </p:cNvPr>
          <p:cNvSpPr/>
          <p:nvPr/>
        </p:nvSpPr>
        <p:spPr>
          <a:xfrm>
            <a:off x="9648967" y="382137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5B59094-88FD-4710-8C35-C3473C1FD1CD}"/>
              </a:ext>
            </a:extLst>
          </p:cNvPr>
          <p:cNvSpPr/>
          <p:nvPr/>
        </p:nvSpPr>
        <p:spPr>
          <a:xfrm>
            <a:off x="10696810" y="2155697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DDF0E3-2FD5-4B6C-B127-916B35BDDE13}"/>
              </a:ext>
            </a:extLst>
          </p:cNvPr>
          <p:cNvSpPr/>
          <p:nvPr/>
        </p:nvSpPr>
        <p:spPr>
          <a:xfrm>
            <a:off x="8791179" y="4354603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B2827E-FE6E-4C3F-B3D9-940F81AA997D}"/>
              </a:ext>
            </a:extLst>
          </p:cNvPr>
          <p:cNvSpPr/>
          <p:nvPr/>
        </p:nvSpPr>
        <p:spPr>
          <a:xfrm>
            <a:off x="13634113" y="591740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36E453-38A6-45F3-BD1E-D1AD184D6AB7}"/>
              </a:ext>
            </a:extLst>
          </p:cNvPr>
          <p:cNvSpPr/>
          <p:nvPr/>
        </p:nvSpPr>
        <p:spPr>
          <a:xfrm>
            <a:off x="15309546" y="4672285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C5AD888-B872-4D3A-81F5-36C58CFC18BF}"/>
              </a:ext>
            </a:extLst>
          </p:cNvPr>
          <p:cNvSpPr/>
          <p:nvPr/>
        </p:nvSpPr>
        <p:spPr>
          <a:xfrm>
            <a:off x="12555751" y="3280349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62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12412385" y="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3976837" y="-60413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82A263-AEC9-EFB5-1BA3-36DA20FDFD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345" y="55410"/>
            <a:ext cx="4242645" cy="942810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CABB256-7AB9-45C7-852D-BC14E5001445}"/>
              </a:ext>
            </a:extLst>
          </p:cNvPr>
          <p:cNvSpPr/>
          <p:nvPr/>
        </p:nvSpPr>
        <p:spPr>
          <a:xfrm>
            <a:off x="-2613449" y="290300"/>
            <a:ext cx="1833616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0A44EF-726D-48F6-8C02-6BCF41C71EE1}"/>
              </a:ext>
            </a:extLst>
          </p:cNvPr>
          <p:cNvSpPr/>
          <p:nvPr/>
        </p:nvSpPr>
        <p:spPr>
          <a:xfrm>
            <a:off x="-1378243" y="4012442"/>
            <a:ext cx="454248" cy="4776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64FD5D-3100-4E11-AFAD-277DB6366473}"/>
              </a:ext>
            </a:extLst>
          </p:cNvPr>
          <p:cNvSpPr/>
          <p:nvPr/>
        </p:nvSpPr>
        <p:spPr>
          <a:xfrm>
            <a:off x="-3134770" y="4503761"/>
            <a:ext cx="1637731" cy="166502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56F79F-B25E-4970-A067-D882E2F624B2}"/>
              </a:ext>
            </a:extLst>
          </p:cNvPr>
          <p:cNvSpPr/>
          <p:nvPr/>
        </p:nvSpPr>
        <p:spPr>
          <a:xfrm>
            <a:off x="942612" y="342915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848C3D-6AB0-4DA6-852C-6F8F96C55201}"/>
              </a:ext>
            </a:extLst>
          </p:cNvPr>
          <p:cNvSpPr/>
          <p:nvPr/>
        </p:nvSpPr>
        <p:spPr>
          <a:xfrm>
            <a:off x="1990455" y="2116475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4114D57-0D03-41D7-8566-02BE414EC355}"/>
              </a:ext>
            </a:extLst>
          </p:cNvPr>
          <p:cNvSpPr/>
          <p:nvPr/>
        </p:nvSpPr>
        <p:spPr>
          <a:xfrm>
            <a:off x="84824" y="4315381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09091C-CC50-4C2B-89BE-D68E778302A1}"/>
              </a:ext>
            </a:extLst>
          </p:cNvPr>
          <p:cNvSpPr/>
          <p:nvPr/>
        </p:nvSpPr>
        <p:spPr>
          <a:xfrm>
            <a:off x="9792115" y="289010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765C2A9-5C1F-4E70-A6F0-4A0B5DF73D08}"/>
              </a:ext>
            </a:extLst>
          </p:cNvPr>
          <p:cNvSpPr/>
          <p:nvPr/>
        </p:nvSpPr>
        <p:spPr>
          <a:xfrm>
            <a:off x="11467548" y="4369555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8809F0F-284D-490B-AC8C-BAE8AE9E0DF3}"/>
              </a:ext>
            </a:extLst>
          </p:cNvPr>
          <p:cNvSpPr/>
          <p:nvPr/>
        </p:nvSpPr>
        <p:spPr>
          <a:xfrm>
            <a:off x="8713753" y="2977619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FA9CE2A-D6C3-4B6B-9AC5-AAB2CC074F36}"/>
              </a:ext>
            </a:extLst>
          </p:cNvPr>
          <p:cNvSpPr/>
          <p:nvPr/>
        </p:nvSpPr>
        <p:spPr>
          <a:xfrm>
            <a:off x="14724923" y="1862159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9D749A-3E39-4FEA-9579-38EFB54F1B10}"/>
              </a:ext>
            </a:extLst>
          </p:cNvPr>
          <p:cNvSpPr/>
          <p:nvPr/>
        </p:nvSpPr>
        <p:spPr>
          <a:xfrm>
            <a:off x="13577493" y="4387047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5186F6-85FF-49B6-9FD6-75F9810AD430}"/>
              </a:ext>
            </a:extLst>
          </p:cNvPr>
          <p:cNvSpPr/>
          <p:nvPr/>
        </p:nvSpPr>
        <p:spPr>
          <a:xfrm>
            <a:off x="12980901" y="289010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185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3743235" y="214314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345" y="55410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577" y="-60413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15080140" y="-286101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16071153" y="-286101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17360861" y="-264970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8F53F1FE-79B8-4635-A1F0-9079C601346A}"/>
              </a:ext>
            </a:extLst>
          </p:cNvPr>
          <p:cNvSpPr/>
          <p:nvPr/>
        </p:nvSpPr>
        <p:spPr>
          <a:xfrm>
            <a:off x="-3736960" y="214314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3AD0048-0127-4AC4-A95E-B6544AB36889}"/>
              </a:ext>
            </a:extLst>
          </p:cNvPr>
          <p:cNvSpPr/>
          <p:nvPr/>
        </p:nvSpPr>
        <p:spPr>
          <a:xfrm>
            <a:off x="-2689117" y="1987874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A3700B0-A529-4F1D-B768-8FF670E6C424}"/>
              </a:ext>
            </a:extLst>
          </p:cNvPr>
          <p:cNvSpPr/>
          <p:nvPr/>
        </p:nvSpPr>
        <p:spPr>
          <a:xfrm>
            <a:off x="-4594748" y="4186780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195FE4-8367-4F9D-BD08-EAF9DE49EFFB}"/>
              </a:ext>
            </a:extLst>
          </p:cNvPr>
          <p:cNvSpPr/>
          <p:nvPr/>
        </p:nvSpPr>
        <p:spPr>
          <a:xfrm>
            <a:off x="792341" y="427223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DC001BD-CD71-4E5E-B79A-69E6FAE94503}"/>
              </a:ext>
            </a:extLst>
          </p:cNvPr>
          <p:cNvSpPr/>
          <p:nvPr/>
        </p:nvSpPr>
        <p:spPr>
          <a:xfrm>
            <a:off x="2467774" y="4507768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DC7935-08D1-448A-ADE3-B8D009C89A62}"/>
              </a:ext>
            </a:extLst>
          </p:cNvPr>
          <p:cNvSpPr/>
          <p:nvPr/>
        </p:nvSpPr>
        <p:spPr>
          <a:xfrm>
            <a:off x="-286021" y="3115832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2F10B1-996A-4AB7-9A91-AE0293A6DC36}"/>
              </a:ext>
            </a:extLst>
          </p:cNvPr>
          <p:cNvSpPr/>
          <p:nvPr/>
        </p:nvSpPr>
        <p:spPr>
          <a:xfrm>
            <a:off x="11014933" y="2000372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93EF88-1008-4D8A-9005-B1FD159DB67C}"/>
              </a:ext>
            </a:extLst>
          </p:cNvPr>
          <p:cNvSpPr/>
          <p:nvPr/>
        </p:nvSpPr>
        <p:spPr>
          <a:xfrm>
            <a:off x="9867503" y="4525260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3AB09C-13EA-4AA4-8BF9-5FC60DEBD9A9}"/>
              </a:ext>
            </a:extLst>
          </p:cNvPr>
          <p:cNvSpPr/>
          <p:nvPr/>
        </p:nvSpPr>
        <p:spPr>
          <a:xfrm>
            <a:off x="9270911" y="427223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578A11-6900-49D4-BB8C-04CD0B4D4035}"/>
              </a:ext>
            </a:extLst>
          </p:cNvPr>
          <p:cNvSpPr/>
          <p:nvPr/>
        </p:nvSpPr>
        <p:spPr>
          <a:xfrm>
            <a:off x="13033612" y="214314"/>
            <a:ext cx="1578386" cy="14916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944280-E469-4E5D-B1FD-A24D27DE6467}"/>
              </a:ext>
            </a:extLst>
          </p:cNvPr>
          <p:cNvSpPr/>
          <p:nvPr/>
        </p:nvSpPr>
        <p:spPr>
          <a:xfrm>
            <a:off x="13452071" y="2784143"/>
            <a:ext cx="2020811" cy="21262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D37AE0D-00C2-4995-B026-85114904BCF5}"/>
              </a:ext>
            </a:extLst>
          </p:cNvPr>
          <p:cNvSpPr/>
          <p:nvPr/>
        </p:nvSpPr>
        <p:spPr>
          <a:xfrm>
            <a:off x="13538607" y="5366344"/>
            <a:ext cx="1578386" cy="149165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3843E4-C91E-4D4F-B83A-35E6F50A47BB}"/>
              </a:ext>
            </a:extLst>
          </p:cNvPr>
          <p:cNvSpPr/>
          <p:nvPr/>
        </p:nvSpPr>
        <p:spPr>
          <a:xfrm>
            <a:off x="12476240" y="1929209"/>
            <a:ext cx="1835554" cy="18031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10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186" y="119051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577" y="-60413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15080140" y="-286101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16071153" y="-286101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17360861" y="-264970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83DB373D-8569-46DA-BD9A-303F11774C13}"/>
              </a:ext>
            </a:extLst>
          </p:cNvPr>
          <p:cNvSpPr/>
          <p:nvPr/>
        </p:nvSpPr>
        <p:spPr>
          <a:xfrm>
            <a:off x="-4861826" y="457705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854AD5A-8D08-4053-95C5-7F8A7DDF5867}"/>
              </a:ext>
            </a:extLst>
          </p:cNvPr>
          <p:cNvSpPr/>
          <p:nvPr/>
        </p:nvSpPr>
        <p:spPr>
          <a:xfrm>
            <a:off x="-5730561" y="5763005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193D7E-6EAF-4DDD-929B-46689D115F01}"/>
              </a:ext>
            </a:extLst>
          </p:cNvPr>
          <p:cNvSpPr/>
          <p:nvPr/>
        </p:nvSpPr>
        <p:spPr>
          <a:xfrm>
            <a:off x="-6451613" y="3238117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6529C70-81EB-4074-9329-C3660E8B2E26}"/>
              </a:ext>
            </a:extLst>
          </p:cNvPr>
          <p:cNvSpPr/>
          <p:nvPr/>
        </p:nvSpPr>
        <p:spPr>
          <a:xfrm>
            <a:off x="1835217" y="2091975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191B81-AEE5-4B1D-B547-BD3B8F45252F}"/>
              </a:ext>
            </a:extLst>
          </p:cNvPr>
          <p:cNvSpPr/>
          <p:nvPr/>
        </p:nvSpPr>
        <p:spPr>
          <a:xfrm>
            <a:off x="687787" y="4616863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D78DAA-6412-45B5-A2CF-676E65B1FA1A}"/>
              </a:ext>
            </a:extLst>
          </p:cNvPr>
          <p:cNvSpPr/>
          <p:nvPr/>
        </p:nvSpPr>
        <p:spPr>
          <a:xfrm>
            <a:off x="91195" y="518826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F1A70AD-ECB1-41A1-9B10-80AEC787BA30}"/>
              </a:ext>
            </a:extLst>
          </p:cNvPr>
          <p:cNvSpPr/>
          <p:nvPr/>
        </p:nvSpPr>
        <p:spPr>
          <a:xfrm>
            <a:off x="9449521" y="-40335"/>
            <a:ext cx="1578386" cy="14916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F8BD522-B37B-45B9-964D-230EA1BCC2DB}"/>
              </a:ext>
            </a:extLst>
          </p:cNvPr>
          <p:cNvSpPr/>
          <p:nvPr/>
        </p:nvSpPr>
        <p:spPr>
          <a:xfrm>
            <a:off x="9867980" y="2529494"/>
            <a:ext cx="2020811" cy="21262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C1F5ED-7EA2-44B9-8D87-9F62C157C76A}"/>
              </a:ext>
            </a:extLst>
          </p:cNvPr>
          <p:cNvSpPr/>
          <p:nvPr/>
        </p:nvSpPr>
        <p:spPr>
          <a:xfrm>
            <a:off x="9954516" y="5111695"/>
            <a:ext cx="1578386" cy="149165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1D9FB5-5F0D-49AF-8BED-250E12D24C96}"/>
              </a:ext>
            </a:extLst>
          </p:cNvPr>
          <p:cNvSpPr/>
          <p:nvPr/>
        </p:nvSpPr>
        <p:spPr>
          <a:xfrm>
            <a:off x="8892149" y="1674560"/>
            <a:ext cx="1835554" cy="18031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0FD40E6-666D-4DBB-86CC-0AC0026C4D78}"/>
              </a:ext>
            </a:extLst>
          </p:cNvPr>
          <p:cNvSpPr/>
          <p:nvPr/>
        </p:nvSpPr>
        <p:spPr>
          <a:xfrm>
            <a:off x="13319777" y="214314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76243A-3998-4DB5-B001-3DE46D498ADE}"/>
              </a:ext>
            </a:extLst>
          </p:cNvPr>
          <p:cNvSpPr/>
          <p:nvPr/>
        </p:nvSpPr>
        <p:spPr>
          <a:xfrm>
            <a:off x="14367620" y="1987874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3A03C29-E7CB-452B-9DEE-ED092E9440A6}"/>
              </a:ext>
            </a:extLst>
          </p:cNvPr>
          <p:cNvSpPr/>
          <p:nvPr/>
        </p:nvSpPr>
        <p:spPr>
          <a:xfrm>
            <a:off x="12461989" y="4186780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9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620" y="8234"/>
            <a:ext cx="3083732" cy="6849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15080140" y="-286101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16071153" y="-286101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17360861" y="-264970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02E28D5-B075-4100-A90C-B9B9E2F7762B}"/>
              </a:ext>
            </a:extLst>
          </p:cNvPr>
          <p:cNvSpPr/>
          <p:nvPr/>
        </p:nvSpPr>
        <p:spPr>
          <a:xfrm>
            <a:off x="-2053966" y="1847469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0ED867-2B35-4FD1-BB94-949D412DE00C}"/>
              </a:ext>
            </a:extLst>
          </p:cNvPr>
          <p:cNvSpPr/>
          <p:nvPr/>
        </p:nvSpPr>
        <p:spPr>
          <a:xfrm>
            <a:off x="-3201396" y="4372357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2E8483A-9723-4FED-98AC-03F8933A0151}"/>
              </a:ext>
            </a:extLst>
          </p:cNvPr>
          <p:cNvSpPr/>
          <p:nvPr/>
        </p:nvSpPr>
        <p:spPr>
          <a:xfrm>
            <a:off x="-3797988" y="274320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86C8D6-CA06-4907-8FAD-DE0AFFC8FE23}"/>
              </a:ext>
            </a:extLst>
          </p:cNvPr>
          <p:cNvSpPr/>
          <p:nvPr/>
        </p:nvSpPr>
        <p:spPr>
          <a:xfrm>
            <a:off x="1296767" y="-74866"/>
            <a:ext cx="1578386" cy="14916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FC2FBAD-BFCC-4CEB-81B7-A9F3EE840292}"/>
              </a:ext>
            </a:extLst>
          </p:cNvPr>
          <p:cNvSpPr/>
          <p:nvPr/>
        </p:nvSpPr>
        <p:spPr>
          <a:xfrm>
            <a:off x="1715226" y="2494963"/>
            <a:ext cx="2020811" cy="21262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CBA912B-1255-4158-BF7D-C49BD7A6E791}"/>
              </a:ext>
            </a:extLst>
          </p:cNvPr>
          <p:cNvSpPr/>
          <p:nvPr/>
        </p:nvSpPr>
        <p:spPr>
          <a:xfrm>
            <a:off x="1801762" y="5077164"/>
            <a:ext cx="1578386" cy="149165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A9C7F1-72B0-40F1-A844-05A441FDE45A}"/>
              </a:ext>
            </a:extLst>
          </p:cNvPr>
          <p:cNvSpPr/>
          <p:nvPr/>
        </p:nvSpPr>
        <p:spPr>
          <a:xfrm>
            <a:off x="739395" y="1640029"/>
            <a:ext cx="1835554" cy="18031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ABF49A0-416E-4DB5-87A3-6CEAFC438915}"/>
              </a:ext>
            </a:extLst>
          </p:cNvPr>
          <p:cNvSpPr/>
          <p:nvPr/>
        </p:nvSpPr>
        <p:spPr>
          <a:xfrm>
            <a:off x="9284678" y="432863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2B219A-6945-4898-9ACE-B09E4ACE1642}"/>
              </a:ext>
            </a:extLst>
          </p:cNvPr>
          <p:cNvSpPr/>
          <p:nvPr/>
        </p:nvSpPr>
        <p:spPr>
          <a:xfrm>
            <a:off x="10332521" y="2206423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8BD68B6-A360-4BD0-87E4-AED944D82D16}"/>
              </a:ext>
            </a:extLst>
          </p:cNvPr>
          <p:cNvSpPr/>
          <p:nvPr/>
        </p:nvSpPr>
        <p:spPr>
          <a:xfrm>
            <a:off x="8426890" y="4405329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F55D1D-8719-4BD9-8BBE-3298069993AD}"/>
              </a:ext>
            </a:extLst>
          </p:cNvPr>
          <p:cNvSpPr/>
          <p:nvPr/>
        </p:nvSpPr>
        <p:spPr>
          <a:xfrm>
            <a:off x="14574043" y="40512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C8F13C-D9EF-4A11-9AF1-4F4F1E6B1883}"/>
              </a:ext>
            </a:extLst>
          </p:cNvPr>
          <p:cNvSpPr/>
          <p:nvPr/>
        </p:nvSpPr>
        <p:spPr>
          <a:xfrm>
            <a:off x="16249476" y="4121057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14F1F3-E65C-4607-AD77-0E3B9840336D}"/>
              </a:ext>
            </a:extLst>
          </p:cNvPr>
          <p:cNvSpPr/>
          <p:nvPr/>
        </p:nvSpPr>
        <p:spPr>
          <a:xfrm>
            <a:off x="13495681" y="2729121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0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4704639" y="-152567"/>
            <a:ext cx="3369694" cy="7115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16071153" y="-286101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17360861" y="-264970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87A03E90-24BE-482B-8EB6-991FE195A3D6}"/>
              </a:ext>
            </a:extLst>
          </p:cNvPr>
          <p:cNvSpPr/>
          <p:nvPr/>
        </p:nvSpPr>
        <p:spPr>
          <a:xfrm>
            <a:off x="-2908777" y="55409"/>
            <a:ext cx="1578386" cy="149165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5C0535-3655-4E8B-868A-E1846D9FB8EF}"/>
              </a:ext>
            </a:extLst>
          </p:cNvPr>
          <p:cNvSpPr/>
          <p:nvPr/>
        </p:nvSpPr>
        <p:spPr>
          <a:xfrm>
            <a:off x="-2490318" y="2625238"/>
            <a:ext cx="2020811" cy="212625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6F9FFC-362F-4161-8216-4D92FA27C707}"/>
              </a:ext>
            </a:extLst>
          </p:cNvPr>
          <p:cNvSpPr/>
          <p:nvPr/>
        </p:nvSpPr>
        <p:spPr>
          <a:xfrm>
            <a:off x="-2403782" y="5207439"/>
            <a:ext cx="1578386" cy="1491656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A161219-0B2C-4B09-959E-8E19A5236A3D}"/>
              </a:ext>
            </a:extLst>
          </p:cNvPr>
          <p:cNvSpPr/>
          <p:nvPr/>
        </p:nvSpPr>
        <p:spPr>
          <a:xfrm>
            <a:off x="-3466149" y="1770304"/>
            <a:ext cx="1835554" cy="18031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4283E7-CCEE-4D4C-BC8A-D70AF9203F6F}"/>
              </a:ext>
            </a:extLst>
          </p:cNvPr>
          <p:cNvSpPr/>
          <p:nvPr/>
        </p:nvSpPr>
        <p:spPr>
          <a:xfrm>
            <a:off x="1480326" y="342915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F00021A-08E6-49FB-A643-DEB8630B1FA6}"/>
              </a:ext>
            </a:extLst>
          </p:cNvPr>
          <p:cNvSpPr/>
          <p:nvPr/>
        </p:nvSpPr>
        <p:spPr>
          <a:xfrm>
            <a:off x="2528169" y="2116475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10F1D7B-07BF-4CB0-B850-BA8467A17966}"/>
              </a:ext>
            </a:extLst>
          </p:cNvPr>
          <p:cNvSpPr/>
          <p:nvPr/>
        </p:nvSpPr>
        <p:spPr>
          <a:xfrm>
            <a:off x="622538" y="4315381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F19616F-E1C9-40A7-9D49-283809674C70}"/>
              </a:ext>
            </a:extLst>
          </p:cNvPr>
          <p:cNvSpPr/>
          <p:nvPr/>
        </p:nvSpPr>
        <p:spPr>
          <a:xfrm>
            <a:off x="9246426" y="105685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9E2EE5-410C-4A0A-8F23-7E0C49196D1A}"/>
              </a:ext>
            </a:extLst>
          </p:cNvPr>
          <p:cNvSpPr/>
          <p:nvPr/>
        </p:nvSpPr>
        <p:spPr>
          <a:xfrm>
            <a:off x="10921859" y="4186230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8E9A10-81DD-4FD1-8380-B86560F324A1}"/>
              </a:ext>
            </a:extLst>
          </p:cNvPr>
          <p:cNvSpPr/>
          <p:nvPr/>
        </p:nvSpPr>
        <p:spPr>
          <a:xfrm>
            <a:off x="8168064" y="2794294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CCF3A8-2451-48F1-B057-0034DCBBA0C0}"/>
              </a:ext>
            </a:extLst>
          </p:cNvPr>
          <p:cNvSpPr/>
          <p:nvPr/>
        </p:nvSpPr>
        <p:spPr>
          <a:xfrm>
            <a:off x="14635035" y="1916064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D8E8578-B92A-4D7C-89F3-BDD9E5F3C7A0}"/>
              </a:ext>
            </a:extLst>
          </p:cNvPr>
          <p:cNvSpPr/>
          <p:nvPr/>
        </p:nvSpPr>
        <p:spPr>
          <a:xfrm>
            <a:off x="13487605" y="4440952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6CB979-84F3-403A-A905-F1FD6260453A}"/>
              </a:ext>
            </a:extLst>
          </p:cNvPr>
          <p:cNvSpPr/>
          <p:nvPr/>
        </p:nvSpPr>
        <p:spPr>
          <a:xfrm>
            <a:off x="12891013" y="342915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23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-4206267" y="192490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4979244" y="30708"/>
            <a:ext cx="3010983" cy="6796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17360861" y="-264970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510A7B9-02AA-45D6-A361-72E26254BDF0}"/>
              </a:ext>
            </a:extLst>
          </p:cNvPr>
          <p:cNvSpPr/>
          <p:nvPr/>
        </p:nvSpPr>
        <p:spPr>
          <a:xfrm>
            <a:off x="-2863252" y="542980"/>
            <a:ext cx="1715575" cy="165576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190018-9C1B-488C-96BE-92A4033DB93B}"/>
              </a:ext>
            </a:extLst>
          </p:cNvPr>
          <p:cNvSpPr/>
          <p:nvPr/>
        </p:nvSpPr>
        <p:spPr>
          <a:xfrm>
            <a:off x="-1815409" y="2316540"/>
            <a:ext cx="1715575" cy="16557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396846-8915-4909-94AE-F327E47B8F86}"/>
              </a:ext>
            </a:extLst>
          </p:cNvPr>
          <p:cNvSpPr/>
          <p:nvPr/>
        </p:nvSpPr>
        <p:spPr>
          <a:xfrm>
            <a:off x="-3721040" y="4515446"/>
            <a:ext cx="1715575" cy="1655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94084D6-F705-4234-B42C-DED4C19EFFC8}"/>
              </a:ext>
            </a:extLst>
          </p:cNvPr>
          <p:cNvSpPr/>
          <p:nvPr/>
        </p:nvSpPr>
        <p:spPr>
          <a:xfrm>
            <a:off x="1348541" y="476952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0D7AE37-9339-4E96-8B8E-820A609672D2}"/>
              </a:ext>
            </a:extLst>
          </p:cNvPr>
          <p:cNvSpPr/>
          <p:nvPr/>
        </p:nvSpPr>
        <p:spPr>
          <a:xfrm>
            <a:off x="3023974" y="4557497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30CEFD2-E2D5-4FEE-84D9-0DA8DF8C1284}"/>
              </a:ext>
            </a:extLst>
          </p:cNvPr>
          <p:cNvSpPr/>
          <p:nvPr/>
        </p:nvSpPr>
        <p:spPr>
          <a:xfrm>
            <a:off x="270179" y="3165561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9B2573-2D7B-43E7-A57A-98F289A7392B}"/>
              </a:ext>
            </a:extLst>
          </p:cNvPr>
          <p:cNvSpPr/>
          <p:nvPr/>
        </p:nvSpPr>
        <p:spPr>
          <a:xfrm>
            <a:off x="10743719" y="2232568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45FEA85-05AC-4210-9011-6F65B79FCF99}"/>
              </a:ext>
            </a:extLst>
          </p:cNvPr>
          <p:cNvSpPr/>
          <p:nvPr/>
        </p:nvSpPr>
        <p:spPr>
          <a:xfrm>
            <a:off x="9596289" y="4757456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A12FBA0-C49F-4565-9C33-91F22A4DFC99}"/>
              </a:ext>
            </a:extLst>
          </p:cNvPr>
          <p:cNvSpPr/>
          <p:nvPr/>
        </p:nvSpPr>
        <p:spPr>
          <a:xfrm>
            <a:off x="8999697" y="659419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E1F75-919D-47FD-B013-663ECB53585C}"/>
              </a:ext>
            </a:extLst>
          </p:cNvPr>
          <p:cNvSpPr/>
          <p:nvPr/>
        </p:nvSpPr>
        <p:spPr>
          <a:xfrm>
            <a:off x="13827342" y="1239315"/>
            <a:ext cx="1830583" cy="174691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0C6480-41F2-4141-B264-F6B7E54AB995}"/>
              </a:ext>
            </a:extLst>
          </p:cNvPr>
          <p:cNvSpPr/>
          <p:nvPr/>
        </p:nvSpPr>
        <p:spPr>
          <a:xfrm>
            <a:off x="15279889" y="3350418"/>
            <a:ext cx="578810" cy="54014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88F48E-E3F8-44EE-BF3E-7D7A44AA8348}"/>
              </a:ext>
            </a:extLst>
          </p:cNvPr>
          <p:cNvSpPr/>
          <p:nvPr/>
        </p:nvSpPr>
        <p:spPr>
          <a:xfrm>
            <a:off x="12533216" y="591740"/>
            <a:ext cx="1147430" cy="114614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3432C4-8813-48D7-9C25-69AFFBBE71D0}"/>
              </a:ext>
            </a:extLst>
          </p:cNvPr>
          <p:cNvSpPr/>
          <p:nvPr/>
        </p:nvSpPr>
        <p:spPr>
          <a:xfrm>
            <a:off x="12795422" y="3793385"/>
            <a:ext cx="2805752" cy="2798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0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-4206267" y="192490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-4362681" y="43745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4693530" y="0"/>
            <a:ext cx="3729605" cy="7221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21" y="-122041"/>
            <a:ext cx="5096105" cy="1132467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667EFD27-7755-4022-AB64-E2BBA320850A}"/>
              </a:ext>
            </a:extLst>
          </p:cNvPr>
          <p:cNvSpPr/>
          <p:nvPr/>
        </p:nvSpPr>
        <p:spPr>
          <a:xfrm>
            <a:off x="-3017880" y="489226"/>
            <a:ext cx="2249148" cy="209686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69D70FE-9A8D-40C7-85DE-28172651D015}"/>
              </a:ext>
            </a:extLst>
          </p:cNvPr>
          <p:cNvSpPr/>
          <p:nvPr/>
        </p:nvSpPr>
        <p:spPr>
          <a:xfrm>
            <a:off x="-1342447" y="4569771"/>
            <a:ext cx="1147430" cy="11461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19B1534-5439-48FE-90D1-7F4E4A2C9CDD}"/>
              </a:ext>
            </a:extLst>
          </p:cNvPr>
          <p:cNvSpPr/>
          <p:nvPr/>
        </p:nvSpPr>
        <p:spPr>
          <a:xfrm>
            <a:off x="-4096242" y="3177835"/>
            <a:ext cx="2589534" cy="2660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042929-926D-4DC0-BAEE-F7F1CB467D34}"/>
              </a:ext>
            </a:extLst>
          </p:cNvPr>
          <p:cNvSpPr/>
          <p:nvPr/>
        </p:nvSpPr>
        <p:spPr>
          <a:xfrm>
            <a:off x="2964916" y="2058309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1C1419-19AC-46AB-86C8-D218DBE7807E}"/>
              </a:ext>
            </a:extLst>
          </p:cNvPr>
          <p:cNvSpPr/>
          <p:nvPr/>
        </p:nvSpPr>
        <p:spPr>
          <a:xfrm>
            <a:off x="1817486" y="4583197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33A6327-8689-4CBE-9D44-4B536E5AA840}"/>
              </a:ext>
            </a:extLst>
          </p:cNvPr>
          <p:cNvSpPr/>
          <p:nvPr/>
        </p:nvSpPr>
        <p:spPr>
          <a:xfrm>
            <a:off x="1220894" y="485160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9176D0-075D-4453-BDEE-776D1CCA1649}"/>
              </a:ext>
            </a:extLst>
          </p:cNvPr>
          <p:cNvSpPr/>
          <p:nvPr/>
        </p:nvSpPr>
        <p:spPr>
          <a:xfrm>
            <a:off x="9901122" y="958429"/>
            <a:ext cx="1830583" cy="174691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6A8864-812B-452C-8931-36D532EB8E30}"/>
              </a:ext>
            </a:extLst>
          </p:cNvPr>
          <p:cNvSpPr/>
          <p:nvPr/>
        </p:nvSpPr>
        <p:spPr>
          <a:xfrm>
            <a:off x="11353669" y="3069532"/>
            <a:ext cx="578810" cy="54014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4DB268-AC4B-4410-85AC-2090DEF59B23}"/>
              </a:ext>
            </a:extLst>
          </p:cNvPr>
          <p:cNvSpPr/>
          <p:nvPr/>
        </p:nvSpPr>
        <p:spPr>
          <a:xfrm>
            <a:off x="8606996" y="310854"/>
            <a:ext cx="1147430" cy="114614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E52C144-DA87-4214-9F72-CEA261532B6A}"/>
              </a:ext>
            </a:extLst>
          </p:cNvPr>
          <p:cNvSpPr/>
          <p:nvPr/>
        </p:nvSpPr>
        <p:spPr>
          <a:xfrm>
            <a:off x="8869202" y="3512499"/>
            <a:ext cx="2805752" cy="2798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32F142-DD13-40EA-8A5B-E3346B3ACF63}"/>
              </a:ext>
            </a:extLst>
          </p:cNvPr>
          <p:cNvSpPr/>
          <p:nvPr/>
        </p:nvSpPr>
        <p:spPr>
          <a:xfrm>
            <a:off x="13584346" y="369736"/>
            <a:ext cx="1833616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39E4159-2442-47E2-933D-34D268794FC3}"/>
              </a:ext>
            </a:extLst>
          </p:cNvPr>
          <p:cNvSpPr/>
          <p:nvPr/>
        </p:nvSpPr>
        <p:spPr>
          <a:xfrm>
            <a:off x="14819552" y="4091878"/>
            <a:ext cx="454248" cy="4776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802A4C4-D9BE-4CC6-9023-7C14BC0C2B27}"/>
              </a:ext>
            </a:extLst>
          </p:cNvPr>
          <p:cNvSpPr/>
          <p:nvPr/>
        </p:nvSpPr>
        <p:spPr>
          <a:xfrm>
            <a:off x="13063025" y="4583197"/>
            <a:ext cx="1637731" cy="166502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-4206267" y="192490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-4362681" y="43745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-5172514" y="242949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686" y="0"/>
            <a:ext cx="30861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6FD8E8-A70A-6C99-C474-18E87A5D5C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936" y="7522681"/>
            <a:ext cx="2439417" cy="54186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BC00E0-938F-0234-0E30-04C3721F81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603" y="7325273"/>
            <a:ext cx="2438400" cy="54186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26FECD-A550-FF01-9F18-0FF7CC2B96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3" y="7426726"/>
            <a:ext cx="2438400" cy="5418667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F4E326A-941D-434E-A3AF-1A3C03F23B24}"/>
              </a:ext>
            </a:extLst>
          </p:cNvPr>
          <p:cNvSpPr/>
          <p:nvPr/>
        </p:nvSpPr>
        <p:spPr>
          <a:xfrm>
            <a:off x="-1728828" y="2260091"/>
            <a:ext cx="1147430" cy="114614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6673F1-B779-4B3E-913E-9F8CD7FDB295}"/>
              </a:ext>
            </a:extLst>
          </p:cNvPr>
          <p:cNvSpPr/>
          <p:nvPr/>
        </p:nvSpPr>
        <p:spPr>
          <a:xfrm>
            <a:off x="-2876258" y="4784979"/>
            <a:ext cx="1147430" cy="114614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F2997C4-4599-47BE-A50F-86CE6DF5AA30}"/>
              </a:ext>
            </a:extLst>
          </p:cNvPr>
          <p:cNvSpPr/>
          <p:nvPr/>
        </p:nvSpPr>
        <p:spPr>
          <a:xfrm>
            <a:off x="-3472850" y="686942"/>
            <a:ext cx="1147430" cy="11461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2085B39-F8C7-4150-B35E-443FC0B9EAD3}"/>
              </a:ext>
            </a:extLst>
          </p:cNvPr>
          <p:cNvSpPr/>
          <p:nvPr/>
        </p:nvSpPr>
        <p:spPr>
          <a:xfrm>
            <a:off x="2116707" y="1031361"/>
            <a:ext cx="1830583" cy="174691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E5547F-2D76-4F07-8989-62BC7418119E}"/>
              </a:ext>
            </a:extLst>
          </p:cNvPr>
          <p:cNvSpPr/>
          <p:nvPr/>
        </p:nvSpPr>
        <p:spPr>
          <a:xfrm>
            <a:off x="3569254" y="3142464"/>
            <a:ext cx="578810" cy="54014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6110654-1194-45FC-99FF-6A04E1C2150A}"/>
              </a:ext>
            </a:extLst>
          </p:cNvPr>
          <p:cNvSpPr/>
          <p:nvPr/>
        </p:nvSpPr>
        <p:spPr>
          <a:xfrm>
            <a:off x="822581" y="383786"/>
            <a:ext cx="1147430" cy="114614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EC82B84-4037-4A8B-9FAD-08DC53396AC4}"/>
              </a:ext>
            </a:extLst>
          </p:cNvPr>
          <p:cNvSpPr/>
          <p:nvPr/>
        </p:nvSpPr>
        <p:spPr>
          <a:xfrm>
            <a:off x="1084787" y="3585431"/>
            <a:ext cx="2805752" cy="2798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9EA30D-2957-4927-ABB1-89F6F96C4A76}"/>
              </a:ext>
            </a:extLst>
          </p:cNvPr>
          <p:cNvSpPr/>
          <p:nvPr/>
        </p:nvSpPr>
        <p:spPr>
          <a:xfrm>
            <a:off x="9492260" y="257007"/>
            <a:ext cx="1833616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4148A1-B5E1-42FF-BF22-2EB4170D2001}"/>
              </a:ext>
            </a:extLst>
          </p:cNvPr>
          <p:cNvSpPr/>
          <p:nvPr/>
        </p:nvSpPr>
        <p:spPr>
          <a:xfrm>
            <a:off x="10727466" y="3979149"/>
            <a:ext cx="454248" cy="4776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45DF7E2-5445-4859-B38D-9795EABAB56B}"/>
              </a:ext>
            </a:extLst>
          </p:cNvPr>
          <p:cNvSpPr/>
          <p:nvPr/>
        </p:nvSpPr>
        <p:spPr>
          <a:xfrm>
            <a:off x="8970939" y="4470468"/>
            <a:ext cx="1637731" cy="166502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-4206267" y="192490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-4362681" y="43745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-5172514" y="242949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52" y="-7491046"/>
            <a:ext cx="30861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6FD8E8-A70A-6C99-C474-18E87A5D5C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319" y="43745"/>
            <a:ext cx="3086099" cy="685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BC00E0-938F-0234-0E30-04C3721F81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207" y="-60413"/>
            <a:ext cx="3086099" cy="68579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26FECD-A550-FF01-9F18-0FF7CC2B96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62" y="-126185"/>
            <a:ext cx="3200275" cy="71117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098BC1-8D2C-4E10-9AEE-5000AF7E8D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14" y="6985538"/>
            <a:ext cx="12192000" cy="6556615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001EE4EA-92B4-479B-B1DD-98CBE1454AF9}"/>
              </a:ext>
            </a:extLst>
          </p:cNvPr>
          <p:cNvSpPr/>
          <p:nvPr/>
        </p:nvSpPr>
        <p:spPr>
          <a:xfrm>
            <a:off x="2015648" y="-5536325"/>
            <a:ext cx="1830583" cy="174691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197971-7FDB-49EE-A845-D2CC4B1CB94E}"/>
              </a:ext>
            </a:extLst>
          </p:cNvPr>
          <p:cNvSpPr/>
          <p:nvPr/>
        </p:nvSpPr>
        <p:spPr>
          <a:xfrm>
            <a:off x="3468195" y="-3425222"/>
            <a:ext cx="578810" cy="54014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18D458-F134-48D2-A227-E8B08EB5EBA3}"/>
              </a:ext>
            </a:extLst>
          </p:cNvPr>
          <p:cNvSpPr/>
          <p:nvPr/>
        </p:nvSpPr>
        <p:spPr>
          <a:xfrm>
            <a:off x="721522" y="-6183900"/>
            <a:ext cx="1147430" cy="114614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B3057A-5CCF-49C6-8B31-9029B39B9B05}"/>
              </a:ext>
            </a:extLst>
          </p:cNvPr>
          <p:cNvSpPr/>
          <p:nvPr/>
        </p:nvSpPr>
        <p:spPr>
          <a:xfrm>
            <a:off x="983728" y="-2982255"/>
            <a:ext cx="2805752" cy="2798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50D0CEC-04D3-4208-B102-BAA6C04795FA}"/>
              </a:ext>
            </a:extLst>
          </p:cNvPr>
          <p:cNvSpPr/>
          <p:nvPr/>
        </p:nvSpPr>
        <p:spPr>
          <a:xfrm>
            <a:off x="9974250" y="-6345171"/>
            <a:ext cx="1833616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5E73868-4428-48E5-BED0-E06618905921}"/>
              </a:ext>
            </a:extLst>
          </p:cNvPr>
          <p:cNvSpPr/>
          <p:nvPr/>
        </p:nvSpPr>
        <p:spPr>
          <a:xfrm>
            <a:off x="11209456" y="-2623029"/>
            <a:ext cx="454248" cy="4776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8E11CB-AFA7-41CD-9C1B-224DDB1644C3}"/>
              </a:ext>
            </a:extLst>
          </p:cNvPr>
          <p:cNvSpPr/>
          <p:nvPr/>
        </p:nvSpPr>
        <p:spPr>
          <a:xfrm>
            <a:off x="9452929" y="-2131710"/>
            <a:ext cx="1637731" cy="166502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5964-54FE-A481-B057-68FB792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486" y="-3409372"/>
            <a:ext cx="9144000" cy="2387600"/>
          </a:xfrm>
        </p:spPr>
        <p:txBody>
          <a:bodyPr/>
          <a:lstStyle/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23DF-5B88-257D-9DC2-6EAF8984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736" y="-3616139"/>
            <a:ext cx="9144000" cy="1655762"/>
          </a:xfrm>
        </p:spPr>
        <p:txBody>
          <a:bodyPr/>
          <a:lstStyle/>
          <a:p>
            <a:r>
              <a:rPr lang="en-US"/>
              <a:t>What is </a:t>
            </a:r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hurgelt</a:t>
            </a:r>
            <a:endParaRPr lang="en-US"/>
          </a:p>
          <a:p>
            <a:r>
              <a:rPr lang="en-US" err="1"/>
              <a:t>Murun</a:t>
            </a:r>
            <a:r>
              <a:rPr lang="en-US"/>
              <a:t> </a:t>
            </a:r>
            <a:r>
              <a:rPr lang="en-US" err="1"/>
              <a:t>hurgekt</a:t>
            </a:r>
            <a:r>
              <a:rPr lang="en-US"/>
              <a:t> is bullshit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D92C78-FC16-15A7-B107-8E867EBADAB7}"/>
              </a:ext>
            </a:extLst>
          </p:cNvPr>
          <p:cNvSpPr/>
          <p:nvPr/>
        </p:nvSpPr>
        <p:spPr>
          <a:xfrm>
            <a:off x="3211026" y="-1960377"/>
            <a:ext cx="1325166" cy="130135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D3B24-8D2C-C8A2-267D-8DE6D147226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D1A31-BC37-96E8-BCBC-BDB336CB5D9F}"/>
              </a:ext>
            </a:extLst>
          </p:cNvPr>
          <p:cNvSpPr txBox="1"/>
          <p:nvPr/>
        </p:nvSpPr>
        <p:spPr>
          <a:xfrm>
            <a:off x="4401740" y="591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DB4295-90EC-E3B6-091B-12C2B559E092}"/>
              </a:ext>
            </a:extLst>
          </p:cNvPr>
          <p:cNvSpPr/>
          <p:nvPr/>
        </p:nvSpPr>
        <p:spPr>
          <a:xfrm>
            <a:off x="11364542" y="7106338"/>
            <a:ext cx="3720675" cy="391884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A0223-9B9A-C5B2-14AD-FBFA41AE2E7D}"/>
              </a:ext>
            </a:extLst>
          </p:cNvPr>
          <p:cNvSpPr txBox="1">
            <a:spLocks/>
          </p:cNvSpPr>
          <p:nvPr/>
        </p:nvSpPr>
        <p:spPr>
          <a:xfrm>
            <a:off x="1524000" y="-332037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Мөрөн</a:t>
            </a:r>
            <a:r>
              <a:rPr lang="en-US"/>
              <a:t> </a:t>
            </a:r>
            <a:r>
              <a:rPr lang="en-US" err="1"/>
              <a:t>хүргэлт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59C9C2-8C2C-F6A2-C857-E838F73E098F}"/>
              </a:ext>
            </a:extLst>
          </p:cNvPr>
          <p:cNvSpPr/>
          <p:nvPr/>
        </p:nvSpPr>
        <p:spPr>
          <a:xfrm>
            <a:off x="-319075" y="-4652997"/>
            <a:ext cx="3590901" cy="36312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F6D95E-3197-F3B5-6D2F-BD0A231DE9CC}"/>
              </a:ext>
            </a:extLst>
          </p:cNvPr>
          <p:cNvSpPr/>
          <p:nvPr/>
        </p:nvSpPr>
        <p:spPr>
          <a:xfrm>
            <a:off x="9354442" y="7325273"/>
            <a:ext cx="4020200" cy="40414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CC172A-EF32-827C-6C41-8118879907C3}"/>
              </a:ext>
            </a:extLst>
          </p:cNvPr>
          <p:cNvSpPr/>
          <p:nvPr/>
        </p:nvSpPr>
        <p:spPr>
          <a:xfrm>
            <a:off x="3823707" y="8387493"/>
            <a:ext cx="578033" cy="5731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AB09AA-0A25-FE03-5FCF-C14F9EEEA7EC}"/>
              </a:ext>
            </a:extLst>
          </p:cNvPr>
          <p:cNvSpPr/>
          <p:nvPr/>
        </p:nvSpPr>
        <p:spPr>
          <a:xfrm>
            <a:off x="7682268" y="-2057907"/>
            <a:ext cx="1237908" cy="11941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D65DE2F-8DC0-063E-C2F5-DA10ABF2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0" r="13570"/>
          <a:stretch>
            <a:fillRect/>
          </a:stretch>
        </p:blipFill>
        <p:spPr>
          <a:xfrm>
            <a:off x="3655129" y="7325273"/>
            <a:ext cx="1762126" cy="2414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35F48FA-EC28-AC15-EE63-91E14CC0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733" y="-3887708"/>
            <a:ext cx="4434969" cy="249466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5B7EEC-8A66-E28C-CA3E-31ACC6A0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94" r="24063"/>
          <a:stretch>
            <a:fillRect/>
          </a:stretch>
        </p:blipFill>
        <p:spPr>
          <a:xfrm>
            <a:off x="6746535" y="7426726"/>
            <a:ext cx="2408638" cy="249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CF960-D891-639B-9483-CC7385228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5" t="14955" r="10096" b="8574"/>
          <a:stretch>
            <a:fillRect/>
          </a:stretch>
        </p:blipFill>
        <p:spPr>
          <a:xfrm>
            <a:off x="-6252199" y="192490"/>
            <a:ext cx="5345663" cy="114917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BA6A00-1348-C15D-A2F5-C0E70ED23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2" t="13172" r="9761" b="5172"/>
          <a:stretch>
            <a:fillRect/>
          </a:stretch>
        </p:blipFill>
        <p:spPr>
          <a:xfrm>
            <a:off x="-5979657" y="214314"/>
            <a:ext cx="4821109" cy="106519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D95729-F8C2-4B5B-D101-FA38E82108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2" t="14051" r="10367" b="8769"/>
          <a:stretch>
            <a:fillRect/>
          </a:stretch>
        </p:blipFill>
        <p:spPr>
          <a:xfrm>
            <a:off x="-6160912" y="55410"/>
            <a:ext cx="5059339" cy="10969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76939-BD32-D16E-78C5-5867FEEFD0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152" y="231284"/>
            <a:ext cx="4242645" cy="942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6F4D-727D-3955-D302-69FC266A34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8267" y="175620"/>
            <a:ext cx="3662626" cy="813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CBAD4-B6A3-B085-0F50-B9111638F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16022" r="8454" b="8326"/>
          <a:stretch>
            <a:fillRect/>
          </a:stretch>
        </p:blipFill>
        <p:spPr>
          <a:xfrm>
            <a:off x="-4206267" y="192490"/>
            <a:ext cx="3803569" cy="803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9279A-2F95-7B1B-E7D6-4C8DED4C5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13883" r="10238" b="8284"/>
          <a:stretch>
            <a:fillRect/>
          </a:stretch>
        </p:blipFill>
        <p:spPr>
          <a:xfrm>
            <a:off x="-4362681" y="43745"/>
            <a:ext cx="3662626" cy="8267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B976A-5E6D-F3BD-08CF-F3944BC20B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22862" r="9985" b="8564"/>
          <a:stretch>
            <a:fillRect/>
          </a:stretch>
        </p:blipFill>
        <p:spPr>
          <a:xfrm>
            <a:off x="-5172514" y="242949"/>
            <a:ext cx="4869253" cy="9428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D03D4-3750-3353-E00C-454F1F141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52" y="-7491046"/>
            <a:ext cx="30861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6FD8E8-A70A-6C99-C474-18E87A5D5C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702" y="-7718848"/>
            <a:ext cx="3086099" cy="6855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BC00E0-938F-0234-0E30-04C3721F81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511" y="-7279839"/>
            <a:ext cx="3086099" cy="68579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26FECD-A550-FF01-9F18-0FF7CC2B96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34" y="-7804609"/>
            <a:ext cx="3200275" cy="71117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098BC1-8D2C-4E10-9AEE-5000AF7E8D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33"/>
            <a:ext cx="12192000" cy="655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66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204</Words>
  <Application>Microsoft Office PowerPoint</Application>
  <PresentationFormat>Widescreen</PresentationFormat>
  <Paragraphs>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  <vt:lpstr>Murun hurgelt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Murun hurgelt</dc:title>
  <dc:creator>beforeedit5262@gmail.com</dc:creator>
  <cp:lastModifiedBy>Student</cp:lastModifiedBy>
  <cp:revision>5</cp:revision>
  <dcterms:created xsi:type="dcterms:W3CDTF">2026-03-23T11:41:19Z</dcterms:created>
  <dcterms:modified xsi:type="dcterms:W3CDTF">2026-03-26T11:56:36Z</dcterms:modified>
</cp:coreProperties>
</file>